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959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778240" y="182880"/>
            <a:ext cx="1280160" cy="1280160"/>
          </a:xfrm>
          <a:prstGeom prst="ellipse">
            <a:avLst/>
          </a:prstGeom>
          <a:solidFill>
            <a:srgbClr val="2A3A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for Fitness Classes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 Presentation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6177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9" name="Text 7"/>
          <p:cNvSpPr/>
          <p:nvPr/>
        </p:nvSpPr>
        <p:spPr>
          <a:xfrm>
            <a:off x="896112" y="4434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46177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46177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2" name="Text 10"/>
          <p:cNvSpPr/>
          <p:nvPr/>
        </p:nvSpPr>
        <p:spPr>
          <a:xfrm>
            <a:off x="2633472" y="4434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0" y="46177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46177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5" name="Text 13"/>
          <p:cNvSpPr/>
          <p:nvPr/>
        </p:nvSpPr>
        <p:spPr>
          <a:xfrm>
            <a:off x="4370832" y="4434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377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3246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4663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187452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1828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34840" y="329184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3246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34840" y="470916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20640" y="4663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Rules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0" y="187452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15400" y="1828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0" y="329184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15400" y="3246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0" y="4709160"/>
            <a:ext cx="502920" cy="50292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15400" y="4663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80136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pricing for all classes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— peak or slow — is priced the same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89864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classes sell out quickly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slots leave revenue on the 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399592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Low-demand classes underutilized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seats represent lost opportunity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509320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optimize revenue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pricing can close both gaps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0" y="1920240"/>
            <a:ext cx="4480560" cy="3931920"/>
          </a:xfrm>
          <a:prstGeom prst="roundRect">
            <a:avLst>
              <a:gd name="adj" fmla="val 2326"/>
            </a:avLst>
          </a:prstGeom>
          <a:solidFill>
            <a:srgbClr val="F6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Utilization Snapshot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0" y="3080614"/>
            <a:ext cx="1005840" cy="2040026"/>
          </a:xfrm>
          <a:prstGeom prst="roundRect">
            <a:avLst>
              <a:gd name="adj" fmla="val 5455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71485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5212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0" y="4321454"/>
            <a:ext cx="1005840" cy="799186"/>
          </a:xfrm>
          <a:prstGeom prst="roundRect">
            <a:avLst>
              <a:gd name="adj" fmla="val 6865"/>
            </a:avLst>
          </a:prstGeom>
          <a:solidFill>
            <a:srgbClr val="1E2A5E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395569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09760" y="5212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Class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3566160"/>
            <a:ext cx="10149840" cy="0"/>
          </a:xfrm>
          <a:prstGeom prst="line">
            <a:avLst/>
          </a:prstGeom>
          <a:noFill/>
          <a:ln w="25400">
            <a:solidFill>
              <a:srgbClr val="D9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246120"/>
            <a:ext cx="640080" cy="64008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32461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32232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2890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246120"/>
            <a:ext cx="640080" cy="64008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6636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(ARIMA)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98180" y="32461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81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0382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835640" y="3246120"/>
            <a:ext cx="640080" cy="64008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108356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9377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five-stage pipeline turns raw booking data into a live pricing engine.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Booking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89% Booking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79% Booking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 Booking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Weekend, peak-hour, and top-location classes carry a small additional premium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365760" cy="36576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7548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cap prevents extreme price swings for members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A3A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₹99.33M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A3A73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₹113.64M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4114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A3A7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₹14.31M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4114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1945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A3A73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44000" y="4114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during low demand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controlled price increases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cap on prices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29260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reviewed regularly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pricing strategy across all members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411480" cy="41148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88395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 Increase Prices for High-Demand Classes</a:t>
            </a:r>
            <a:br>
              <a:rPr lang="en-US" sz="1400" dirty="0"/>
            </a:br>
            <a:r>
              <a:rPr lang="en-US" sz="1400" dirty="0"/>
              <a:t>Charge a premium only for classes with consistently high booking rates.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17720" y="2103120"/>
            <a:ext cx="411480" cy="41148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Offer Discounts for Low-Demand Classes</a:t>
            </a:r>
            <a:br>
              <a:rPr lang="en-US" sz="1400" dirty="0"/>
            </a:br>
            <a:r>
              <a:rPr lang="en-US" sz="1400" dirty="0"/>
              <a:t>Provide discounts to improve occupancy during off-peak hours.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103120"/>
            <a:ext cx="411480" cy="411480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488395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Expand High-Demand Time Slots</a:t>
            </a:r>
            <a:br>
              <a:rPr lang="en-US" sz="1400" dirty="0"/>
            </a:br>
            <a:r>
              <a:rPr lang="en-US" sz="1400" dirty="0"/>
              <a:t>Add more morning and evening classes where customer demand is highest.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2346" y="37537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107" y="3865012"/>
            <a:ext cx="411480" cy="411480"/>
          </a:xfrm>
          <a:prstGeom prst="ellipse">
            <a:avLst/>
          </a:prstGeom>
          <a:solidFill>
            <a:srgbClr val="1E2A5E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4</a:t>
            </a:r>
          </a:p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86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0946" y="4374623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Optimize Class Schedule</a:t>
            </a:r>
            <a:br>
              <a:rPr lang="en-US" sz="1400" dirty="0"/>
            </a:br>
            <a:r>
              <a:rPr lang="en-US" sz="1400" dirty="0"/>
              <a:t>Reduce or reschedule low-performing classes to improve resource utilization.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7033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4629986" y="43205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Increase Capacity at Popular Locations</a:t>
            </a:r>
            <a:br>
              <a:rPr lang="en-US" sz="1400" dirty="0"/>
            </a:br>
            <a:r>
              <a:rPr lang="en-US" sz="1400" dirty="0"/>
              <a:t>Allocate more trainers or sessions at high-demand fitness centers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31480" y="37033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3931920"/>
            <a:ext cx="411480" cy="41148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6760" y="434117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Use Dynamic Pricing Instead of Fixed Pricing</a:t>
            </a:r>
            <a:br>
              <a:rPr lang="en-US" sz="1400" dirty="0"/>
            </a:br>
            <a:r>
              <a:rPr lang="en-US" sz="1400" dirty="0"/>
              <a:t>Adjust prices based on demand, time, location, and class occupancy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63C480C8-CBB2-6189-F952-9DE45711F5C8}"/>
              </a:ext>
            </a:extLst>
          </p:cNvPr>
          <p:cNvSpPr/>
          <p:nvPr/>
        </p:nvSpPr>
        <p:spPr>
          <a:xfrm>
            <a:off x="4411980" y="3806190"/>
            <a:ext cx="411480" cy="411480"/>
          </a:xfrm>
          <a:prstGeom prst="ellipse">
            <a:avLst/>
          </a:prstGeom>
          <a:solidFill>
            <a:srgbClr val="1E2A5E"/>
          </a:solidFill>
          <a:ln/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5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A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pricing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A5E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event impact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A5E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6676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monitoring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37033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A5E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17720" y="4389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Fitness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926080" cy="2926080"/>
          </a:xfrm>
          <a:prstGeom prst="ellipse">
            <a:avLst/>
          </a:prstGeom>
          <a:solidFill>
            <a:srgbClr val="2A3A73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2560320" cy="2560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improves revenue while maintaining customer satisfaction — through demand-based pricing, controlled price changes, and clear business rules.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460</Words>
  <Application>Microsoft Office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Yogeshwar Tribhuvan</cp:lastModifiedBy>
  <cp:revision>2</cp:revision>
  <dcterms:created xsi:type="dcterms:W3CDTF">2026-07-24T16:26:44Z</dcterms:created>
  <dcterms:modified xsi:type="dcterms:W3CDTF">2026-07-24T16:45:59Z</dcterms:modified>
</cp:coreProperties>
</file>